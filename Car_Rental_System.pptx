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27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2">
                    <a:lumMod val="75000"/>
                  </a:schemeClr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9060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105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268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838" y="0"/>
            <a:ext cx="9144000" cy="51435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1975247" algn="l"/>
              </a:tabLst>
              <a:defRPr sz="1200">
                <a:solidFill>
                  <a:schemeClr val="tx2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422" y="3909060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9060"/>
            <a:ext cx="1584198" cy="1714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00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330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350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350" b="0">
                <a:solidFill>
                  <a:schemeClr val="tx2"/>
                </a:solidFill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886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378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663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425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19202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10280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19202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35102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366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4411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61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8892" y="281178"/>
            <a:ext cx="8586216" cy="458114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29336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Project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Masab [23K-0833]  |  Meeran Uz Zaman [23K-0039]  |  Abdul Ahad Munaf [23K-0590]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Asst. Prof. Engr. Abdul Rahman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Rental System is a comprehensive web-based application designed to digitalize and streamline vehicle rental processes.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management of car fleets, bookings, and customer data — leading to double bookings and inefficient maintenance tracking.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self-service platform for customers to browse and book vehicles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for staff to manage fleet and bookings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and scheduling conflict prevention via transactional database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Features — Customer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dual-role platform using Role-Based Access Control (RBAC).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phone number (11-digit validation) and driver's license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Browsing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model, year, status, and price with sorting options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rental dates, process mock payments (Visa/Mastercard), submit booking requests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active and requested bookings via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Features — Staff / Admin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Onboarding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STAFF_SECRET_KEY for registration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and manage vehicle status; prevent updates during active rentals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Arbitration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decline booking requests with automatic payment reversal on decline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maintenance events and costs; automatically restrict bookings for vehicles under maintenance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 with three layers: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(Frontend)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Vite, TailwindCSS, React Router, Context API, Cloudinary (image storage)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(Backend)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— business logic, validation, authentication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(Database)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pg connection pool, hosted on Render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Request–Response Lifecycle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JWT Middleware → Controller → Service/Model → PostgreSQL → JSON Response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&amp; Architecture Patterns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Architecture: Routes → Controllers → Models/Services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Pattern: auth.js (JWT verification), errorHandler.js (centralized error handling)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Architecture: Reusable components (Header, Footer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Pattern: Global authentication state via AuthContext.jsx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(bcrypt + JWT)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verifies password → JWT issued → Token required for protected routes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Management (carController.js &amp; carModel.js)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SQL filtering, pagination (LIMIT/OFFSET), prevent updates during active rentals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Rental System (rentalModel.js)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Transaction-based booking (BEGIN, COMMIT, ROLLBACK), row-level locking (SELECT ... FOR UPDATE) to prevent double bookings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payments with 16-digit validation; deleted if booking is declined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Module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maintenance records and blocks bookings for vehicles under maintenance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normalized (3NF) with strong referential integrity constraints.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customers, staff, cars, payments, rentals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/ RESTRICT / SET NULL on foreign keys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carPrice &gt;= 0, carYear &gt;= 1980, startDate &lt; endDate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API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organized by resource, following standard HTTP conventions.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14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/register, POST /login, GET /:id, PUT /customer/:id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/, POST /, PUT /:id, DELETE /:id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/, GET /requested, PUT /approve, PUT /end, PUT /decline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/, GET 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Optimization &amp; Technical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race conditions via row-level locking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eliminates server-side session storage overhead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Indexing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LIMIT/OFFSET pagination improves performance for large datasets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Logic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inconsistent database states on failure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Testing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332841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staff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 Conflict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active rental 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maintenance 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active rental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Limitations &amp; 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 system (not production-ready)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or SMS notifications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Stripe API for real payments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notifications for booking updates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availability calendar for vehicle selection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implementation to preserve historical data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Rental System successfully digitalizes the full rental lifecycle using a secure and scalable architecture.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integrity via transactional safety and strong DB constraints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through strong separation of concerns (MVC)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scalability with modular, layered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and smooth user workflows for both customers and staff</a:t>
            </a:r>
            <a:endParaRPr lang="en-US" sz="1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</TotalTime>
  <Words>854</Words>
  <Application>Microsoft Office PowerPoint</Application>
  <PresentationFormat>On-screen Show (16:9)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Rental System</dc:title>
  <dc:subject>PptxGenJS Presentation</dc:subject>
  <dc:creator>PptxGenJS</dc:creator>
  <cp:lastModifiedBy>Meeran UZ Zaman</cp:lastModifiedBy>
  <cp:revision>2</cp:revision>
  <dcterms:created xsi:type="dcterms:W3CDTF">2026-05-04T18:20:31Z</dcterms:created>
  <dcterms:modified xsi:type="dcterms:W3CDTF">2026-05-04T18:31:35Z</dcterms:modified>
</cp:coreProperties>
</file>